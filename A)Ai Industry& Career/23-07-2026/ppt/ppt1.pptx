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9"/>
  </p:notesMasterIdLst>
  <p:sldIdLst>
    <p:sldId id="257" r:id="rId2"/>
    <p:sldId id="258" r:id="rId3"/>
    <p:sldId id="285" r:id="rId4"/>
    <p:sldId id="286" r:id="rId5"/>
    <p:sldId id="259" r:id="rId6"/>
    <p:sldId id="260" r:id="rId7"/>
    <p:sldId id="273" r:id="rId8"/>
    <p:sldId id="272" r:id="rId9"/>
    <p:sldId id="271" r:id="rId10"/>
    <p:sldId id="287" r:id="rId11"/>
    <p:sldId id="270" r:id="rId12"/>
    <p:sldId id="269" r:id="rId13"/>
    <p:sldId id="288" r:id="rId14"/>
    <p:sldId id="268" r:id="rId15"/>
    <p:sldId id="289" r:id="rId16"/>
    <p:sldId id="290" r:id="rId17"/>
    <p:sldId id="267" r:id="rId18"/>
    <p:sldId id="266" r:id="rId19"/>
    <p:sldId id="265" r:id="rId20"/>
    <p:sldId id="291" r:id="rId21"/>
    <p:sldId id="264" r:id="rId22"/>
    <p:sldId id="263" r:id="rId23"/>
    <p:sldId id="292" r:id="rId24"/>
    <p:sldId id="262" r:id="rId25"/>
    <p:sldId id="261" r:id="rId26"/>
    <p:sldId id="293" r:id="rId27"/>
    <p:sldId id="274" r:id="rId28"/>
    <p:sldId id="275" r:id="rId29"/>
    <p:sldId id="276" r:id="rId30"/>
    <p:sldId id="277" r:id="rId31"/>
    <p:sldId id="278" r:id="rId32"/>
    <p:sldId id="282" r:id="rId33"/>
    <p:sldId id="281" r:id="rId34"/>
    <p:sldId id="280" r:id="rId35"/>
    <p:sldId id="283" r:id="rId36"/>
    <p:sldId id="279" r:id="rId37"/>
    <p:sldId id="284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ED724-06D4-4B23-9D6F-5409715ADE1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8A026-0E06-493A-811C-B5E92A1A9F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8A026-0E06-493A-811C-B5E92A1A9F31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C76461D-E48F-41AD-92DA-35C5614111C7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F784514-72D5-4102-BC31-05D1A062C6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r>
              <a:rPr lang="en-US" sz="4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Tech-Edge</a:t>
            </a:r>
            <a:r>
              <a:rPr lang="en-US" sz="4400" b="1" dirty="0" smtClean="0">
                <a:solidFill>
                  <a:schemeClr val="tx1"/>
                </a:solidFill>
              </a:rPr>
              <a:t> Lab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Topic: - 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Generative AI &amp; Intelligent Application Development Bootcamp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	Sub-topic:- 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Industry-Oriented Training Program on LLMs, AI Tools, AI Agents &amp; Vibe Coding	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260648"/>
            <a:ext cx="6881968" cy="634082"/>
          </a:xfrm>
        </p:spPr>
        <p:txBody>
          <a:bodyPr>
            <a:noAutofit/>
          </a:bodyPr>
          <a:lstStyle/>
          <a:p>
            <a:r>
              <a:rPr lang="en-US" sz="36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Instructions to follow carefully:-  </a:t>
            </a:r>
            <a:endParaRPr lang="en-US" sz="36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96752"/>
            <a:ext cx="7498080" cy="48006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Be curious and ready to learn beyond the classroom.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Bring your laptop and ensure a stable internet connection for practice.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Attend every session and participate actively.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Stay focused during class and complete all hands-on activities.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Practice regularly after each session.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Ask questions whenever you have doubts.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Work on mini-projects to strengthen your skills.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Maintain discipline and a positive learning attitude.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9632" y="1412776"/>
            <a:ext cx="73448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1:-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AI industry and Careers</a:t>
            </a:r>
          </a:p>
          <a:p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Lecture 1:- </a:t>
            </a:r>
          </a:p>
          <a:p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Introduction to AI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Era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Course Introduction, Why learn AI, AI Vs Programming, AI Jobs, AI salary, AI roadmap for BCA, What companies expect)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88640"/>
            <a:ext cx="7962088" cy="66693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Activity: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Raise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Your Hand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Survey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Question: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How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many students have already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? :-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GitHub Copilot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Perplexity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Q- "Who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has used AI for completing assignments?"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Q- "Who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has used AI for coding?"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51920" y="0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sz="3600" b="1" u="sng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15616" y="620688"/>
          <a:ext cx="7704856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173"/>
                <a:gridCol w="643068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S.No.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Topic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Course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Introduction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2.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Why this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Bootcamp? Learning Outcomes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Welcome to the AI Era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is Everywhere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5.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Why Learn AI?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6.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Why AI Matters for BCA Students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7.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vs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Traditional Programming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8.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Can AI Replace Programmers?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9.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Evolution of software development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10.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Gen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AI &amp; Examples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11.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Jobs,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skills, salary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12.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AI Roadmap for BCA Students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13.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What Companies Expect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14.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Future software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Developers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15.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Bootcamp Roadmap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548680"/>
          </a:xfrm>
        </p:spPr>
        <p:txBody>
          <a:bodyPr>
            <a:normAutofit fontScale="90000"/>
          </a:bodyPr>
          <a:lstStyle/>
          <a:p>
            <a:r>
              <a:rPr lang="en-US" sz="32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Introduction</a:t>
            </a:r>
            <a:endParaRPr lang="en-US" sz="32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20688"/>
            <a:ext cx="7890080" cy="623731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is this Bootcamp?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bootcamp is designed to prepare students for the rapidly changing software industry where Artificial Intelligence is becoming a core part of software development.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program focuses on practical learning rather than theory. Students will learn how to use modern AI tools to increase productivity, automate tasks, and build intelligent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What You Will Learn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Fundamentals of Artificial Intelligence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Generative AI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 Language Models (LLMs)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Chatbots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Coding Assistants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Agents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Intelligent Web Applications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API Integration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Vibe Coding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Project Development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Resume Building using AI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Industry Workflow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0"/>
            <a:ext cx="7498080" cy="54868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Why This Bootcamp?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692696"/>
            <a:ext cx="7818072" cy="616530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Today's software companies no longer expect developers to write every line of code manually.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Instead, they expect developers who can: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AI tools efficiently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 applications faster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Automate repetitive tasks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Improve software quality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 productivity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Solve real-world problems using AI 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bootcamp bridges the gap between college education and industry expectations.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476672"/>
          </a:xfrm>
        </p:spPr>
        <p:txBody>
          <a:bodyPr>
            <a:no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Learning Outcomes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476672"/>
            <a:ext cx="7848872" cy="6192688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After completing this bootcamp, students will be able to:-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Understand AI fundamentals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Use ChatGPT effectively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Work with multiple AI tools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Build AI-powered applications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Use LLM APIs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Create AI Agents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Perform Prompt Engineering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Develop projects faster using AI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✓ Prepare for AI-enabled software jobs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C:\Users\faraz\Downloads\ChatGPT Image Jul 22, 2026, 07_49_01 P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6632"/>
            <a:ext cx="8496944" cy="65645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0"/>
            <a:ext cx="7498080" cy="54868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Welcome to the AI Era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476672"/>
            <a:ext cx="7746064" cy="6381328"/>
          </a:xfrm>
        </p:spPr>
        <p:txBody>
          <a:bodyPr>
            <a:normAutofit fontScale="25000" lnSpcReduction="20000"/>
          </a:bodyPr>
          <a:lstStyle/>
          <a:p>
            <a:pPr lvl="1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The Fourth Industrial Revolution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Earlier Revolutions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Steam Engine 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Electricity 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Computers &amp; Internet </a:t>
            </a:r>
          </a:p>
          <a:p>
            <a:pPr lvl="3"/>
            <a:r>
              <a:rPr lang="en-US" sz="8400" dirty="0" smtClean="0">
                <a:latin typeface="Times New Roman" pitchFamily="18" charset="0"/>
                <a:cs typeface="Times New Roman" pitchFamily="18" charset="0"/>
              </a:rPr>
              <a:t>Artificial Intelligence </a:t>
            </a:r>
          </a:p>
          <a:p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Today, AI is transforming every industry just like computers transformed businesses in the 1990s.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Healthcare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Banking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Education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Agriculture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Manufacturing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Retail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Government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Entertainment </a:t>
            </a:r>
          </a:p>
          <a:p>
            <a:pPr lvl="2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Cyber security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890080" cy="54868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AI is Everywhere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90080" cy="616530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of AI You Already Use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Search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YouTube Recommendations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Netflix Suggestions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Feed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Amazon Recommendations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Maps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GitHub Copilot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Gemini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Perplexity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has become part of our daily life—even when we don't realize it.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1"/>
            <a:ext cx="81724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Activity: AI Hunt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Q-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10 AI applications you used today before entering class.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2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2 minutes</a:t>
            </a:r>
            <a:r>
              <a:rPr lang="en-US" sz="24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0"/>
            <a:ext cx="7746064" cy="620688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Why Learn AI?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692696"/>
            <a:ext cx="7818072" cy="5555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According to industry reports,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becoming one of the fastest-growing technologies.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Reasons to Learn AI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 demand in software companies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 salary packages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Faster career growth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Increased productivity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Ability to automate work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Competitive advantage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 freelancing opportunities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Startup opportunities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16632"/>
            <a:ext cx="7890080" cy="6131768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Ask?</a:t>
            </a: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 are you learning AI?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Options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1115568" lvl="2" indent="-457200">
              <a:buFont typeface="+mj-lt"/>
              <a:buAutoNum type="alphaU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Placement </a:t>
            </a:r>
          </a:p>
          <a:p>
            <a:pPr marL="1115568" lvl="2" indent="-457200">
              <a:buFont typeface="+mj-lt"/>
              <a:buAutoNum type="alphaU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Higher Salary </a:t>
            </a:r>
          </a:p>
          <a:p>
            <a:pPr marL="1115568" lvl="2" indent="-457200">
              <a:buFont typeface="+mj-lt"/>
              <a:buAutoNum type="alphaU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Freelancing </a:t>
            </a:r>
          </a:p>
          <a:p>
            <a:pPr marL="1115568" lvl="2" indent="-457200">
              <a:buFont typeface="+mj-lt"/>
              <a:buAutoNum type="alphaU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Startup </a:t>
            </a:r>
          </a:p>
          <a:p>
            <a:pPr marL="1115568" lvl="2" indent="-457200">
              <a:buFont typeface="+mj-lt"/>
              <a:buAutoNum type="alphaU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Curiosity </a:t>
            </a:r>
          </a:p>
          <a:p>
            <a:pPr marL="1115568" lvl="2" indent="-45720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16632"/>
            <a:ext cx="8172400" cy="62484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Activity:- Think-Pair-Share</a:t>
            </a: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 lvl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Imagine you get placed in TCS.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Would you rather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Write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1000 lines manually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OR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AI to finish in 2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hours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836712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7. Why AI Matters for BCA Students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90080" cy="555570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Traditional Skill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 code manually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Modern Skill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Use AI + Programming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Future Skill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 AI-powered products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Companies now expect graduates to know both programming and AI.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0"/>
            <a:ext cx="7498080" cy="764704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8. AI vs. Traditional Programming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87624" y="1052736"/>
          <a:ext cx="7747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3500"/>
                <a:gridCol w="3873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Traditional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Programming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Human writes logic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generates logic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Manual coding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AI-assisted coding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Time consuming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Faster development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Fixed rules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Learns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patterns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Programmer solves everything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AI assists developer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Less automation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High automation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31640" y="5013176"/>
            <a:ext cx="5616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does NOT replaces programming.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enhances programming.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9. Can AI Replace Programmers?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Myth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"AI will replace software engineers."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Reality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AI replaces repetitive tasks—not problem-solving skills.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Companies still need developers who can: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Think logically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Design software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Understand requirements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Debug systems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Communicate with clients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Review AI-generated code 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future belongs to developers who know how to use AI effectively.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0"/>
            <a:ext cx="7962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:- Mini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Challenge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Ask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Can AI solve these without humans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Decide business requirements?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Understand customer emotions?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Handle office politics?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Design software architecture?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Fix production bugs?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 Yes/No.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0"/>
            <a:ext cx="7962088" cy="764704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10. AI + Programmer = AI Enabled Programmers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90080" cy="555570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Without AI </a:t>
            </a:r>
          </a:p>
          <a:p>
            <a:pPr lvl="2" algn="ctr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lvl="2" algn="ctr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Idea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Coding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	Debugging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2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Documentation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498080" cy="659735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 AI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Idea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Assistance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Coding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↓a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Testing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lvl="1" algn="ctr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Deployment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Result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Faster Development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Better Productivity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Higher Quality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Demonstration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student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Write code to reverse a string."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ChatGPT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Compare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Time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Accuracy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Readability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890080" cy="764704"/>
          </a:xfrm>
        </p:spPr>
        <p:txBody>
          <a:bodyPr>
            <a:no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11. Evolution of Software Development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20688"/>
            <a:ext cx="7890080" cy="562771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Past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 every line manually.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Present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AI suggests code.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Future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Describe your idea.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AI generates the application.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Developer verifies and improves it.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called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AI-assisted software development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11. What is Generative AI?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Generative AI is a type of Artificial Intelligence that creates new content instead of only analyzing existing data.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generate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Text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Images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Videos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Audio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Code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Documents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Presentations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Websites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Gemini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Claude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Midjourney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GitHub Copilot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88640"/>
            <a:ext cx="7890080" cy="6059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Activity:- Live </a:t>
            </a: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Demo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Open ChatGPT.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Ask students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Give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 one random prompt.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Write a leave application 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logo 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program 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Explain DBMS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Generate instantly.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Huge engagement.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0"/>
            <a:ext cx="81724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12. AI Jobs in 2026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Popular Roles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Machine Learning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Scientist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Application Developer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Full Stack AI Developer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LLM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Automation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Product Manager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Research Engineer </a:t>
            </a:r>
          </a:p>
          <a:p>
            <a:pPr lvl="2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Consultant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7128792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13. AI Skills Required by Companies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Problem Solving</a:t>
            </a: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Programming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JavaScript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Skills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LLMs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APIs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Automation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Tools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GitHub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Cloud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Projects    , Portfolio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-387424"/>
            <a:ext cx="7890080" cy="1224136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14. AI Salary (India)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48680"/>
            <a:ext cx="7818072" cy="569972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Approximate Annual Salary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Freshers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₹3 –10 LPA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1–3 Years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₹10–20 LPA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Senior AI Engineer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₹20–40+ LPA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 Product Companies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₹40 LPA to ₹1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+ (Total Compensation)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Salaries vary based on skills, company, location, and experience.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7498080" cy="764704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15. AI Roadmap for BCA Students</a:t>
            </a:r>
            <a:endParaRPr lang="en-US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692696"/>
            <a:ext cx="7818072" cy="5976664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Programming Fundamentals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Python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Data Structures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Web Development (SDLC)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5814392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Git &amp; GitHub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6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Generative AI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7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LLMs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8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Prompt Engineering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9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AI APIs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10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AI Agents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3648" y="548680"/>
            <a:ext cx="54543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11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Step 12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Internship &amp; Placement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16. What Companies Expect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i) Technical Skills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Programming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Database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APIs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Git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AI Tools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Cloud Basics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ii) Professional Skills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Communication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Teamwork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Critical Thinking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Problem Solving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Adaptability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Continuous Learning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iii) AI Skills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ChatGPT ,  Prompt Engineering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AI Productivity,  LLM Integration,  AI Automation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9632" y="188640"/>
            <a:ext cx="5598368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17. Future Software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Traditional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Writes Code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Modern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Writes Code + Uses AI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Future Developer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Builds Intelligent Applications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Creates AI Agents</a:t>
            </a:r>
          </a:p>
          <a:p>
            <a:pPr lvl="1"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Automates Business Processes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5958408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18. Bootcamp Roadmap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1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 to AI Era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2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3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Tools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4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Large Language Models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5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OpenAI APIs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6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Building AI Applications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7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Agents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8:- Vibe Coding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9:- Project Development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Module 10:- Resume + Interview Preparation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43608" y="0"/>
            <a:ext cx="810039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19. Key Takeaways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transforming every industry.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is a powerful assistant, not a replacement for skilled developers.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Generative AI creates text, code, images, audio, and more.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BCA students should combine programming skills with AI knowledge.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Companies increasingly expect graduates to know AI tools, LLMs, and prompt engineering.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Continuous learning and hands-on projects are essential for success in the AI era.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3105835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Questions &amp; Discussion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178</TotalTime>
  <Words>1076</Words>
  <Application>Microsoft Office PowerPoint</Application>
  <PresentationFormat>On-screen Show (4:3)</PresentationFormat>
  <Paragraphs>454</Paragraphs>
  <Slides>37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Solstice</vt:lpstr>
      <vt:lpstr>          Tech-Edge Lab</vt:lpstr>
      <vt:lpstr>Instructions to follow carefully:-  </vt:lpstr>
      <vt:lpstr>Slide 3</vt:lpstr>
      <vt:lpstr>Slide 4</vt:lpstr>
      <vt:lpstr>Slide 5</vt:lpstr>
      <vt:lpstr>1. Introduction</vt:lpstr>
      <vt:lpstr>Slide 7</vt:lpstr>
      <vt:lpstr>2. Why This Bootcamp?</vt:lpstr>
      <vt:lpstr>3. Learning Outcomes</vt:lpstr>
      <vt:lpstr>Slide 10</vt:lpstr>
      <vt:lpstr>4. Welcome to the AI Era</vt:lpstr>
      <vt:lpstr>5. AI is Everywhere</vt:lpstr>
      <vt:lpstr>Slide 13</vt:lpstr>
      <vt:lpstr>6. Why Learn AI?</vt:lpstr>
      <vt:lpstr>Slide 15</vt:lpstr>
      <vt:lpstr>Slide 16</vt:lpstr>
      <vt:lpstr>7. Why AI Matters for BCA Students</vt:lpstr>
      <vt:lpstr>8. AI vs. Traditional Programming</vt:lpstr>
      <vt:lpstr>Slide 19</vt:lpstr>
      <vt:lpstr>Slide 20</vt:lpstr>
      <vt:lpstr>10. AI + Programmer = AI Enabled Programmers</vt:lpstr>
      <vt:lpstr>Slide 22</vt:lpstr>
      <vt:lpstr>Slide 23</vt:lpstr>
      <vt:lpstr>11. Evolution of Software Development</vt:lpstr>
      <vt:lpstr>Slide 25</vt:lpstr>
      <vt:lpstr>Slide 26</vt:lpstr>
      <vt:lpstr>Slide 27</vt:lpstr>
      <vt:lpstr>Slide 28</vt:lpstr>
      <vt:lpstr>14. AI Salary (India)</vt:lpstr>
      <vt:lpstr>15. AI Roadmap for BCA Students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28</cp:revision>
  <dcterms:created xsi:type="dcterms:W3CDTF">2026-07-20T01:57:49Z</dcterms:created>
  <dcterms:modified xsi:type="dcterms:W3CDTF">2026-07-22T15:24:04Z</dcterms:modified>
</cp:coreProperties>
</file>