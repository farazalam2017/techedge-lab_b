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8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3B99-31D0-316F-3064-36664F314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3D7BA-B742-FE4A-DF31-C0C7796C2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98FA0-55B9-04B6-75E4-C88885A9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482E9-665F-CACE-9C58-22F33176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0187C-A367-37AB-1F8D-0C4E56A6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55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F5F1-3EA8-C4D6-B240-0230D8FD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7D89-5C06-2878-2B1B-EEF84A0E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3279C-ECDC-E601-46C8-77B8FDF0E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634F7-56F6-508F-4E6A-E383C4D7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6FF01-5A85-C326-6521-586C7E52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6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3B80-1F99-D745-DA69-4B964CB0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3D997-488E-0D4E-3922-78D3E8956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DF07-32D5-A9BF-496C-69E29DE7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36009-0C1E-F5CE-1BF0-3EBA95C3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7850-2BE4-88E2-24F6-1E8608BF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50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A65A-8FA7-75BA-620B-EE537955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BCEA5-E6F9-6DFC-8C4D-7A712DD61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95C1A-EBC2-FF1E-2DE0-ED45EEAAB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F6866-089C-499F-9860-D45F203A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6A740-309E-BA44-A76C-19BE60D2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DD1B5-67C5-F948-3680-808DD450D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19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CEE3-FC94-EC6E-2745-FC12BC22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AB424-F0CA-B359-48D4-8074D446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724AB-BA78-6625-3B46-80F7C3A46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6D223-50F0-45EC-0D48-9DBE4F6B3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7C4B3-323B-F870-BBC6-C65B3CCCC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ECF67-8E87-C759-718D-DFE70D95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DE35B-0A67-0D58-AB0F-84CA8A27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CC650-61A8-7B08-FC0C-F8DBE3FF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46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AF82-FD17-D644-66F4-5988D3C1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9CF25-91F6-C506-54C9-49BE0145A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95B1F-B7E2-D120-D454-8BEA8E86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4D7EF-B80A-E050-C5F3-5BC446C6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02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265AC-1D24-244C-6FDB-C71D6328E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FC56B-DE52-0924-3592-89EF1085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765E6-8A5C-62CA-6000-8BC9F699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16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77C9-DD71-332A-FA96-43DF0EE0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A7D5-E3D6-DDAB-3EDC-A8DD73EDA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58635-BE60-7CB4-69B9-46ED6C6BC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7FFD5-818F-3916-8C77-912997DA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42AB0-918B-5021-BC5B-66536E43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186CA-0429-28E4-09FB-3DA29A64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5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6563E-5541-B75B-C501-4F7619FC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49D32-35BC-4D84-F026-9EE3E8C25A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AAF60-E033-8193-2DB7-75DCB8D18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A50E4-DE08-CA0F-8CBE-A98179D6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1F755-A57A-FF1D-3AFD-580EAFA3A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D5ACD-C707-76C7-AD7F-B9C26E5E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97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A784-AC50-A7E9-A6C2-93B51B59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9866C-4ADD-7F59-621E-722555E53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2457-3454-4654-ED5B-38B7A26E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38970-F1A3-1DE9-0B75-7A707350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13B9D-89B9-7A77-8510-0CBC8744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92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EC82A-922B-5822-14DF-CECB42051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0CF9B-FE3F-6B30-8A5F-FCDFBE592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2CFC3-3AB9-7AB4-5525-4300ACC5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393A5-FFE2-9F38-439E-8DD06487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E58D-87EB-0F16-D7F9-CE4BD965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69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0BF8F-EB64-7B8A-8808-1943B263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F567F-B092-B874-14B1-E671E7BAC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0D63E-A6C8-E73A-7140-305F1AD66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8A7FF-97C5-45A9-84A1-BC9927A8119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1559B-40B1-C219-3375-CBBABE778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817EE-8169-F9FA-0E25-A94CB1440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E90B1-3106-4232-BD3B-26C5A4D6AA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46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960F3F-51ED-5864-8D52-5CA34F8D8D6D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 — We Trained the Model. Now What?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far...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Testing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can now predict: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/ Negative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there is a problem...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give this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to a customer?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84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A902A5-A565-30C7-8723-7E2CA85A51C3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 — A Notebook Is Not the Final Product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excellent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datasets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models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models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Analysing 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ML concepts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 customer usually wants: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 website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review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Analyze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prediction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our next question is: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How do we convert our ML experiment into an application?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40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17CEC5-A46B-4296-55B1-A6CCCEA97C34}"/>
              </a:ext>
            </a:extLst>
          </p:cNvPr>
          <p:cNvSpPr txBox="1"/>
          <p:nvPr/>
        </p:nvSpPr>
        <p:spPr>
          <a:xfrm>
            <a:off x="0" y="0"/>
            <a:ext cx="1219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 — Think Like a Product Developer</a:t>
            </a:r>
          </a:p>
          <a:p>
            <a:pPr>
              <a:buNone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company says: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“We have trained an ML model. Now build a product around it.”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Scientist says: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model is ready.”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Developer asks: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“How do I use this model inside my application?”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where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AI / ML Engineering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begins.</a:t>
            </a:r>
          </a:p>
        </p:txBody>
      </p:sp>
    </p:spTree>
    <p:extLst>
      <p:ext uri="{BB962C8B-B14F-4D97-AF65-F5344CB8AC3E}">
        <p14:creationId xmlns:p14="http://schemas.microsoft.com/office/powerpoint/2010/main" val="118861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692D01-98AF-9A5E-EF54-8EE1842C7A52}"/>
              </a:ext>
            </a:extLst>
          </p:cNvPr>
          <p:cNvSpPr txBox="1"/>
          <p:nvPr/>
        </p:nvSpPr>
        <p:spPr>
          <a:xfrm>
            <a:off x="0" y="0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 — Model ≠ Application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distinction is extremely important.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Logic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The model is one component of the product</a:t>
            </a:r>
          </a:p>
        </p:txBody>
      </p:sp>
    </p:spTree>
    <p:extLst>
      <p:ext uri="{BB962C8B-B14F-4D97-AF65-F5344CB8AC3E}">
        <p14:creationId xmlns:p14="http://schemas.microsoft.com/office/powerpoint/2010/main" val="93758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1038E1-773E-EEF4-EA80-5443714CCC0D}"/>
              </a:ext>
            </a:extLst>
          </p:cNvPr>
          <p:cNvSpPr txBox="1"/>
          <p:nvPr/>
        </p:nvSpPr>
        <p:spPr>
          <a:xfrm>
            <a:off x="0" y="-78658"/>
            <a:ext cx="91440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 — Our Final Product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build: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Movie Sentiment Analyzer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enters: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really enjoyed this movie.”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produces: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😊 POSITIVE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our project becomes: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Application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</a:p>
        </p:txBody>
      </p:sp>
    </p:spTree>
    <p:extLst>
      <p:ext uri="{BB962C8B-B14F-4D97-AF65-F5344CB8AC3E}">
        <p14:creationId xmlns:p14="http://schemas.microsoft.com/office/powerpoint/2010/main" val="2311073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C3E8F7-0323-547E-43DD-1A35275819BC}"/>
              </a:ext>
            </a:extLst>
          </p:cNvPr>
          <p:cNvSpPr txBox="1"/>
          <p:nvPr/>
        </p:nvSpPr>
        <p:spPr>
          <a:xfrm>
            <a:off x="0" y="0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 — What Do We Need From </a:t>
            </a:r>
            <a:r>
              <a:rPr lang="en-IN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currently exists inside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environment.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preserve: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Trained model</a:t>
            </a:r>
          </a:p>
          <a:p>
            <a:pPr rtl="0">
              <a:buNone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TF-IDF vectorizer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both?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model expects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raw English text.</a:t>
            </a:r>
          </a:p>
        </p:txBody>
      </p:sp>
    </p:spTree>
    <p:extLst>
      <p:ext uri="{BB962C8B-B14F-4D97-AF65-F5344CB8AC3E}">
        <p14:creationId xmlns:p14="http://schemas.microsoft.com/office/powerpoint/2010/main" val="288297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CF8E9-BFCF-A7EB-84A7-D52B2599DDD5}"/>
              </a:ext>
            </a:extLst>
          </p:cNvPr>
          <p:cNvSpPr txBox="1"/>
          <p:nvPr/>
        </p:nvSpPr>
        <p:spPr>
          <a:xfrm>
            <a:off x="0" y="0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 — Why Do We Need the Vectorizer?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gives: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loved this movie!"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cannot directly understand this text.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pipeline is: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Text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model AND the vectorizer.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93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CD9103-6FEC-5498-9F23-84D8721E6555}"/>
              </a:ext>
            </a:extLst>
          </p:cNvPr>
          <p:cNvSpPr txBox="1"/>
          <p:nvPr/>
        </p:nvSpPr>
        <p:spPr>
          <a:xfrm>
            <a:off x="0" y="1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 — Saving Our Trained Model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joblibjoblib.dump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(model, "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sentiment_model.pkl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lvl="1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joblib.dump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(vectorizer, "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have: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.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saved Python object that we can load later.</a:t>
            </a:r>
          </a:p>
        </p:txBody>
      </p:sp>
    </p:spTree>
    <p:extLst>
      <p:ext uri="{BB962C8B-B14F-4D97-AF65-F5344CB8AC3E}">
        <p14:creationId xmlns:p14="http://schemas.microsoft.com/office/powerpoint/2010/main" val="175739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2F6509-0FAB-D6D1-B73B-F7FD54FD13A7}"/>
              </a:ext>
            </a:extLst>
          </p:cNvPr>
          <p:cNvSpPr txBox="1"/>
          <p:nvPr/>
        </p:nvSpPr>
        <p:spPr>
          <a:xfrm>
            <a:off x="0" y="1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9 — The Model Has Left the Notebook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Previously: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Dataset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Code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Prediction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│ save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knowledge is now stored as files</a:t>
            </a:r>
          </a:p>
        </p:txBody>
      </p:sp>
    </p:spTree>
    <p:extLst>
      <p:ext uri="{BB962C8B-B14F-4D97-AF65-F5344CB8AC3E}">
        <p14:creationId xmlns:p14="http://schemas.microsoft.com/office/powerpoint/2010/main" val="205982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651584-3E54-1F7D-429E-E3845C8BF020}"/>
              </a:ext>
            </a:extLst>
          </p:cNvPr>
          <p:cNvSpPr txBox="1"/>
          <p:nvPr/>
        </p:nvSpPr>
        <p:spPr>
          <a:xfrm>
            <a:off x="0" y="0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10 — Where Will These Files Go?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Eventually: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Computer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MovieSentiment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├── app.py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├──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└──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our application can load them.</a:t>
            </a:r>
          </a:p>
        </p:txBody>
      </p:sp>
    </p:spTree>
    <p:extLst>
      <p:ext uri="{BB962C8B-B14F-4D97-AF65-F5344CB8AC3E}">
        <p14:creationId xmlns:p14="http://schemas.microsoft.com/office/powerpoint/2010/main" val="375844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001485-A124-A2E6-8662-7C7552A31702}"/>
              </a:ext>
            </a:extLst>
          </p:cNvPr>
          <p:cNvSpPr txBox="1"/>
          <p:nvPr/>
        </p:nvSpPr>
        <p:spPr>
          <a:xfrm>
            <a:off x="0" y="1"/>
            <a:ext cx="9144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 — WHY PYTHON ON OUR COMPUTER?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11 — Why Leave Google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students: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“Why can't we simply continue everything in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answers: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a reusable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user interface.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project structure.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run the application independently.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share/deploy the application.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pPr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our experimentation environment.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application needs its own runtime environment.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294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F00A0D-74D9-C63B-A455-CF68E9AFA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47854"/>
              </p:ext>
            </p:extLst>
          </p:nvPr>
        </p:nvGraphicFramePr>
        <p:xfrm>
          <a:off x="68826" y="2627613"/>
          <a:ext cx="11353800" cy="42303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76900">
                  <a:extLst>
                    <a:ext uri="{9D8B030D-6E8A-4147-A177-3AD203B41FA5}">
                      <a16:colId xmlns:a16="http://schemas.microsoft.com/office/drawing/2014/main" val="532589928"/>
                    </a:ext>
                  </a:extLst>
                </a:gridCol>
                <a:gridCol w="5676900">
                  <a:extLst>
                    <a:ext uri="{9D8B030D-6E8A-4147-A177-3AD203B41FA5}">
                      <a16:colId xmlns:a16="http://schemas.microsoft.com/office/drawing/2014/main" val="4255681909"/>
                    </a:ext>
                  </a:extLst>
                </a:gridCol>
              </a:tblGrid>
              <a:tr h="60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988125"/>
                  </a:ext>
                </a:extLst>
              </a:tr>
              <a:tr h="60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Browser-based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on our 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702870"/>
                  </a:ext>
                </a:extLst>
              </a:tr>
              <a:tr h="60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 for experiments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 for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021905"/>
                  </a:ext>
                </a:extLst>
              </a:tr>
              <a:tr h="60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500095"/>
                  </a:ext>
                </a:extLst>
              </a:tr>
              <a:tr h="60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7989"/>
                  </a:ext>
                </a:extLst>
              </a:tr>
              <a:tr h="60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experimentation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427799"/>
                  </a:ext>
                </a:extLst>
              </a:tr>
              <a:tr h="60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Temporary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Reusable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7689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1F5D5B-EF58-F643-EF8B-CC77B42188A8}"/>
              </a:ext>
            </a:extLst>
          </p:cNvPr>
          <p:cNvSpPr txBox="1"/>
          <p:nvPr/>
        </p:nvSpPr>
        <p:spPr>
          <a:xfrm>
            <a:off x="0" y="0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12 —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Local Python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not replacing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moving from: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→ Product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63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93E424-976B-27BB-89EF-29C03FEC4861}"/>
              </a:ext>
            </a:extLst>
          </p:cNvPr>
          <p:cNvSpPr txBox="1"/>
          <p:nvPr/>
        </p:nvSpPr>
        <p:spPr>
          <a:xfrm>
            <a:off x="0" y="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 — OUR FIRST PYTHON PROJECT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13 — Create the Project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MovieSentiment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Inside: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MovieSentiment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app.py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app.py?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application's main Python program.</a:t>
            </a:r>
          </a:p>
        </p:txBody>
      </p:sp>
    </p:spTree>
    <p:extLst>
      <p:ext uri="{BB962C8B-B14F-4D97-AF65-F5344CB8AC3E}">
        <p14:creationId xmlns:p14="http://schemas.microsoft.com/office/powerpoint/2010/main" val="92282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30C70-233A-5B0B-D403-49261E839150}"/>
              </a:ext>
            </a:extLst>
          </p:cNvPr>
          <p:cNvSpPr txBox="1"/>
          <p:nvPr/>
        </p:nvSpPr>
        <p:spPr>
          <a:xfrm>
            <a:off x="0" y="1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14 — What Is a Dependency?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application depends on external Python libraries.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Application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=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Software/library that our application needs to work.</a:t>
            </a:r>
          </a:p>
        </p:txBody>
      </p:sp>
    </p:spTree>
    <p:extLst>
      <p:ext uri="{BB962C8B-B14F-4D97-AF65-F5344CB8AC3E}">
        <p14:creationId xmlns:p14="http://schemas.microsoft.com/office/powerpoint/2010/main" val="1461738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702265-BAC0-59D3-7563-C3AC2D9EAC61}"/>
              </a:ext>
            </a:extLst>
          </p:cNvPr>
          <p:cNvSpPr txBox="1"/>
          <p:nvPr/>
        </p:nvSpPr>
        <p:spPr>
          <a:xfrm>
            <a:off x="0" y="1"/>
            <a:ext cx="9144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4 — VIRTUAL ENVIRONMENT</a:t>
            </a:r>
          </a:p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15 — What Is a Virtual Environment?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you have: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require different library versions.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installing everything globally: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├── Project A libraries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├── Project B libraries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└── Conflicts ❌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 isolated environments: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Environment A</a:t>
            </a:r>
          </a:p>
          <a:p>
            <a:pPr rtl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Environment B</a:t>
            </a:r>
          </a:p>
        </p:txBody>
      </p:sp>
    </p:spTree>
    <p:extLst>
      <p:ext uri="{BB962C8B-B14F-4D97-AF65-F5344CB8AC3E}">
        <p14:creationId xmlns:p14="http://schemas.microsoft.com/office/powerpoint/2010/main" val="1436234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382CE8-2FEE-9E40-2679-0C21DA170AD6}"/>
              </a:ext>
            </a:extLst>
          </p:cNvPr>
          <p:cNvSpPr txBox="1"/>
          <p:nvPr/>
        </p:nvSpPr>
        <p:spPr>
          <a:xfrm>
            <a:off x="0" y="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16 — Create Our Environment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VS Code terminal: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MovieSentiment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app.py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separate Python environment for this project.</a:t>
            </a:r>
          </a:p>
        </p:txBody>
      </p:sp>
    </p:spTree>
    <p:extLst>
      <p:ext uri="{BB962C8B-B14F-4D97-AF65-F5344CB8AC3E}">
        <p14:creationId xmlns:p14="http://schemas.microsoft.com/office/powerpoint/2010/main" val="604394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85AB0E-E59F-01FD-298B-A75CF4A1C840}"/>
              </a:ext>
            </a:extLst>
          </p:cNvPr>
          <p:cNvSpPr txBox="1"/>
          <p:nvPr/>
        </p:nvSpPr>
        <p:spPr>
          <a:xfrm>
            <a:off x="0" y="0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17 — Activate the Environment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\Scripts\Activate.ps1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Prompt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\Scripts\activate.bat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Bash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source .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/Scripts/activate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then see: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(.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terminal.</a:t>
            </a:r>
          </a:p>
        </p:txBody>
      </p:sp>
    </p:spTree>
    <p:extLst>
      <p:ext uri="{BB962C8B-B14F-4D97-AF65-F5344CB8AC3E}">
        <p14:creationId xmlns:p14="http://schemas.microsoft.com/office/powerpoint/2010/main" val="1845008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4DDF5E-B61B-8B35-ADFC-BF6ADCA64D78}"/>
              </a:ext>
            </a:extLst>
          </p:cNvPr>
          <p:cNvSpPr txBox="1"/>
          <p:nvPr/>
        </p:nvSpPr>
        <p:spPr>
          <a:xfrm>
            <a:off x="68826" y="0"/>
            <a:ext cx="121231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18 — Install Required Libraries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python -m pip install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pandas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our environment has the tools required by the application.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 --version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 -m pip list</a:t>
            </a:r>
          </a:p>
        </p:txBody>
      </p:sp>
    </p:spTree>
    <p:extLst>
      <p:ext uri="{BB962C8B-B14F-4D97-AF65-F5344CB8AC3E}">
        <p14:creationId xmlns:p14="http://schemas.microsoft.com/office/powerpoint/2010/main" val="1542997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DD2C3E-7597-9D4E-CA60-A9F99EE2DCDD}"/>
              </a:ext>
            </a:extLst>
          </p:cNvPr>
          <p:cNvSpPr txBox="1"/>
          <p:nvPr/>
        </p:nvSpPr>
        <p:spPr>
          <a:xfrm>
            <a:off x="9832" y="1"/>
            <a:ext cx="9144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5 — NOW INTRODUCE STREAMLIT</a:t>
            </a:r>
          </a:p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19 — We Have a Python Program...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there is another problem.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doesn't want to open: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terminal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type: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= input(...)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want: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┌──────────────────────────────────┐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🎬 Movie Sentiment Analyzer   				   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                             					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		Enter your review: 		              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                             					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		[ I loved this movie!]			 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                             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	  [ Analyze Sentiment ]   				   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                             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  		😊 POSITIVE           		     	│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└──────────────────────────────────┘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911420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FB0BC7-EA9E-C2BC-89DC-B0E03FF7C8C0}"/>
              </a:ext>
            </a:extLst>
          </p:cNvPr>
          <p:cNvSpPr txBox="1"/>
          <p:nvPr/>
        </p:nvSpPr>
        <p:spPr>
          <a:xfrm>
            <a:off x="0" y="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20 — What Is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Python framework for creating interactive web applications.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building: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scratch...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create a simple application using Python.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stst.title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("Movie Sentiment Analyzer")</a:t>
            </a:r>
          </a:p>
        </p:txBody>
      </p:sp>
    </p:spTree>
    <p:extLst>
      <p:ext uri="{BB962C8B-B14F-4D97-AF65-F5344CB8AC3E}">
        <p14:creationId xmlns:p14="http://schemas.microsoft.com/office/powerpoint/2010/main" val="1380864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FABE02-1288-D856-312A-AD9148A610BB}"/>
              </a:ext>
            </a:extLst>
          </p:cNvPr>
          <p:cNvSpPr txBox="1"/>
          <p:nvPr/>
        </p:nvSpPr>
        <p:spPr>
          <a:xfrm>
            <a:off x="0" y="68826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21 — Why Are We Using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project,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lets us quickly create: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boxes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controls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AI.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application/interface layer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our AI/ML model.</a:t>
            </a:r>
          </a:p>
        </p:txBody>
      </p:sp>
    </p:spTree>
    <p:extLst>
      <p:ext uri="{BB962C8B-B14F-4D97-AF65-F5344CB8AC3E}">
        <p14:creationId xmlns:p14="http://schemas.microsoft.com/office/powerpoint/2010/main" val="1559509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10E0AC-D61E-4DA4-8611-17BE636D9BE2}"/>
              </a:ext>
            </a:extLst>
          </p:cNvPr>
          <p:cNvSpPr txBox="1"/>
          <p:nvPr/>
        </p:nvSpPr>
        <p:spPr>
          <a:xfrm>
            <a:off x="0" y="1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6 — FIRST STREAMLIT APPLICATION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22 — First Test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app.py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stst.title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("🎬 Movie Sentiment Analyzer")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("Our first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application!")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 -m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app.py</a:t>
            </a:r>
          </a:p>
        </p:txBody>
      </p:sp>
    </p:spTree>
    <p:extLst>
      <p:ext uri="{BB962C8B-B14F-4D97-AF65-F5344CB8AC3E}">
        <p14:creationId xmlns:p14="http://schemas.microsoft.com/office/powerpoint/2010/main" val="955546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BAD020-21CF-129B-DADB-C9AB1F3B575C}"/>
              </a:ext>
            </a:extLst>
          </p:cNvPr>
          <p:cNvSpPr txBox="1"/>
          <p:nvPr/>
        </p:nvSpPr>
        <p:spPr>
          <a:xfrm>
            <a:off x="0" y="0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23 — What Just Happened?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 -m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app.py</a:t>
            </a:r>
          </a:p>
          <a:p>
            <a:pPr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app.py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Python code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web interface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local web server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opens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we see: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http://localhost:8501</a:t>
            </a:r>
          </a:p>
        </p:txBody>
      </p:sp>
    </p:spTree>
    <p:extLst>
      <p:ext uri="{BB962C8B-B14F-4D97-AF65-F5344CB8AC3E}">
        <p14:creationId xmlns:p14="http://schemas.microsoft.com/office/powerpoint/2010/main" val="211616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38D7EA-5651-8C30-3B27-03A77C88D706}"/>
              </a:ext>
            </a:extLst>
          </p:cNvPr>
          <p:cNvSpPr txBox="1"/>
          <p:nvPr/>
        </p:nvSpPr>
        <p:spPr>
          <a:xfrm>
            <a:off x="0" y="1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24 — localhost?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students: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“Is our application on the Internet?”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localhost means: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is running on our own computer.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Computer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Python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Web Server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localhost:8501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Browser</a:t>
            </a:r>
          </a:p>
        </p:txBody>
      </p:sp>
    </p:spTree>
    <p:extLst>
      <p:ext uri="{BB962C8B-B14F-4D97-AF65-F5344CB8AC3E}">
        <p14:creationId xmlns:p14="http://schemas.microsoft.com/office/powerpoint/2010/main" val="3764835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BBAF10-2D27-1243-ABBE-CA844249461D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7 — BUILD THE UI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25 — Add a Text Box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review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st.text_area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"Enter your movie review:")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user can enter text.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really enjoyed this movie!</a:t>
            </a:r>
          </a:p>
        </p:txBody>
      </p:sp>
    </p:spTree>
    <p:extLst>
      <p:ext uri="{BB962C8B-B14F-4D97-AF65-F5344CB8AC3E}">
        <p14:creationId xmlns:p14="http://schemas.microsoft.com/office/powerpoint/2010/main" val="3691985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596A5F-96E4-E0BD-F4A6-BE66828229FE}"/>
              </a:ext>
            </a:extLst>
          </p:cNvPr>
          <p:cNvSpPr txBox="1"/>
          <p:nvPr/>
        </p:nvSpPr>
        <p:spPr>
          <a:xfrm>
            <a:off x="0" y="0"/>
            <a:ext cx="9144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26 — Add a Button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st.button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("Analyze Sentiment"):   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("Button clicked!")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text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button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executes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177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55991-BB11-8E97-D93D-EEA43AA5A423}"/>
              </a:ext>
            </a:extLst>
          </p:cNvPr>
          <p:cNvSpPr txBox="1"/>
          <p:nvPr/>
        </p:nvSpPr>
        <p:spPr>
          <a:xfrm>
            <a:off x="0" y="0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27 — Now Connect Our Model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application needs to load the saved files.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joblib.load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sentiment_model.pkl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joblib.load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now brought our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-trained model into our application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818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66B758-A433-90F5-7408-823675E3A488}"/>
              </a:ext>
            </a:extLst>
          </p:cNvPr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28 — The Complete Data Flow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enters: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really enjoyed this movie!”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does: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Review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😊 POSITIVE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key slide.</a:t>
            </a:r>
          </a:p>
        </p:txBody>
      </p:sp>
    </p:spTree>
    <p:extLst>
      <p:ext uri="{BB962C8B-B14F-4D97-AF65-F5344CB8AC3E}">
        <p14:creationId xmlns:p14="http://schemas.microsoft.com/office/powerpoint/2010/main" val="3720837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5A6963-A9CE-4258-A3CC-3C4C1E737AB5}"/>
              </a:ext>
            </a:extLst>
          </p:cNvPr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8 — BUILD THE APPLICATION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29 — Connect Input → Vectorizer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review_vector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vectorizer.transform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([review])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Text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Vector</a:t>
            </a:r>
          </a:p>
        </p:txBody>
      </p:sp>
    </p:spTree>
    <p:extLst>
      <p:ext uri="{BB962C8B-B14F-4D97-AF65-F5344CB8AC3E}">
        <p14:creationId xmlns:p14="http://schemas.microsoft.com/office/powerpoint/2010/main" val="2943666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2759D7-107B-B755-6C5A-9C085BB6E7CD}"/>
              </a:ext>
            </a:extLst>
          </p:cNvPr>
          <p:cNvSpPr txBox="1"/>
          <p:nvPr/>
        </p:nvSpPr>
        <p:spPr>
          <a:xfrm>
            <a:off x="0" y="0"/>
            <a:ext cx="9144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30- — Vector → Prediction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review_vector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)[0]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34 — Display the Result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prediction == 1: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st.success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("😊 POSITIVE")else: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st.error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("😞 NEGATIVE")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is now connected to a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1291242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62E178-6475-6501-D7F4-A87058D91FB6}"/>
              </a:ext>
            </a:extLst>
          </p:cNvPr>
          <p:cNvSpPr txBox="1"/>
          <p:nvPr/>
        </p:nvSpPr>
        <p:spPr>
          <a:xfrm>
            <a:off x="0" y="1"/>
            <a:ext cx="9144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31 — Our Classroom Version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today's project: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DEVELOPER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application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TROUBLESHOOTER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&amp; fix problems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CTO / CLIENT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changes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practical becomes a project.</a:t>
            </a:r>
          </a:p>
        </p:txBody>
      </p:sp>
    </p:spTree>
    <p:extLst>
      <p:ext uri="{BB962C8B-B14F-4D97-AF65-F5344CB8AC3E}">
        <p14:creationId xmlns:p14="http://schemas.microsoft.com/office/powerpoint/2010/main" val="1935188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AA6402-172F-988D-A598-389CBCBD173E}"/>
              </a:ext>
            </a:extLst>
          </p:cNvPr>
          <p:cNvSpPr txBox="1"/>
          <p:nvPr/>
        </p:nvSpPr>
        <p:spPr>
          <a:xfrm>
            <a:off x="0" y="0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32 — The Bigger Picture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APPLIED AI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┌─────────────┼─────────────┐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             	      		↓       		      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Python        		         APIs                         AI Tools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│                                     │                                    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                                      ↓                              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Models                            Backend                       LLMs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│                                     │                                     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└─────────────┼─────────────┘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Applications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Products</a:t>
            </a:r>
          </a:p>
        </p:txBody>
      </p:sp>
    </p:spTree>
    <p:extLst>
      <p:ext uri="{BB962C8B-B14F-4D97-AF65-F5344CB8AC3E}">
        <p14:creationId xmlns:p14="http://schemas.microsoft.com/office/powerpoint/2010/main" val="3700177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1812</Words>
  <Application>Microsoft Office PowerPoint</Application>
  <PresentationFormat>Widescreen</PresentationFormat>
  <Paragraphs>448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faraz alam</dc:creator>
  <cp:lastModifiedBy>faraz alam</cp:lastModifiedBy>
  <cp:revision>87</cp:revision>
  <dcterms:created xsi:type="dcterms:W3CDTF">2026-09-27T06:27:09Z</dcterms:created>
  <dcterms:modified xsi:type="dcterms:W3CDTF">2026-09-28T16:34:38Z</dcterms:modified>
</cp:coreProperties>
</file>