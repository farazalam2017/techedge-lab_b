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74" r:id="rId4"/>
    <p:sldId id="273" r:id="rId5"/>
    <p:sldId id="272" r:id="rId6"/>
    <p:sldId id="271" r:id="rId7"/>
    <p:sldId id="270" r:id="rId8"/>
    <p:sldId id="269" r:id="rId9"/>
    <p:sldId id="268" r:id="rId10"/>
    <p:sldId id="267" r:id="rId11"/>
    <p:sldId id="266" r:id="rId12"/>
    <p:sldId id="265" r:id="rId13"/>
    <p:sldId id="264" r:id="rId14"/>
    <p:sldId id="285" r:id="rId15"/>
    <p:sldId id="263" r:id="rId16"/>
    <p:sldId id="262" r:id="rId17"/>
    <p:sldId id="261" r:id="rId18"/>
    <p:sldId id="260" r:id="rId19"/>
    <p:sldId id="259" r:id="rId20"/>
    <p:sldId id="257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676400"/>
            <a:ext cx="8153400" cy="1926264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Lecture 7:- 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Natural Language Processing (NLP)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How Computers Understand Human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Language</a:t>
            </a:r>
          </a:p>
          <a:p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https://www.lexalytics.com/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Learning Outcomes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 will be able to: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Explain NLP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Understand Tokenization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Understand Embeddings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Perform Sentiment Analysis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Perform Named Entity Recognition (NER)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Translate text using AI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Explore Hugging Face Models and Spaces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Relate every concept to ChatGPT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1417638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/>
                <a:latin typeface="Times New Roman" pitchFamily="18" charset="0"/>
                <a:cs typeface="Times New Roman" pitchFamily="18" charset="0"/>
              </a:rPr>
              <a:t>Activity:- How does Google Translate understand all these languages?</a:t>
            </a:r>
            <a:endParaRPr lang="en-US" sz="28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1524000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Good morning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many languages can you say this in?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81534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What is NLP?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                               Natural Language Processing (NLP) is a branch of Artificial Intelligence that enables computers to understand, interpret, generate and respond using human language.</a:t>
            </a: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Translate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Siri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Alexa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Grammarly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Gmail Spam Filter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One app they use daily that understands language.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533400"/>
          </a:xfrm>
        </p:spPr>
        <p:txBody>
          <a:bodyPr>
            <a:normAutofit/>
          </a:bodyPr>
          <a:lstStyle/>
          <a:p>
            <a:r>
              <a:rPr lang="en-US" sz="2800" b="1" u="sng" dirty="0" smtClean="0">
                <a:effectLst/>
                <a:latin typeface="Times New Roman" pitchFamily="18" charset="0"/>
                <a:cs typeface="Times New Roman" pitchFamily="18" charset="0"/>
              </a:rPr>
              <a:t>How NLP Works</a:t>
            </a:r>
            <a:endParaRPr lang="en-US" sz="2800" b="1" u="sng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457200"/>
            <a:ext cx="7943088" cy="6400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Human Language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Cleaning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Tokenization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Embeddings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 Model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Response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"This is exactly what happens inside ChatGPT."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43088" cy="29718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Activity:- </a:t>
            </a:r>
            <a:b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Artificial Intelligence is changing education rapidly.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2667000"/>
            <a:ext cx="7485888" cy="2057400"/>
          </a:xfrm>
        </p:spPr>
        <p:txBody>
          <a:bodyPr/>
          <a:lstStyle/>
          <a:p>
            <a:r>
              <a:rPr lang="en-IN" dirty="0" smtClean="0"/>
              <a:t>Break It into tokens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Artificial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Intelligence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changing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education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rapidly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is Tokenization?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Tokenization is the process of breaking text into smaller pieces called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tokens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 use AI.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[I , use, AI]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Live Demo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    Open the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OpenAI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Tokenizer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(or another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tokenizer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demo if available).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Paste different prompts.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Compare: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Short prompt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Long prompt 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 why token count matters.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600" y="514930"/>
            <a:ext cx="7239000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Activity: Prompt Competition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Prompt: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Write a Java Program to Reverse Linked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ewrites the prompt to make it more specific.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 compare: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* Which prompt is longer?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* Which uses more tokens?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ow prompt quality affects output.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What are Embeddings?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Embeddings convert tokens into numerical vectors that capture their meaning.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Tiger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These words are close in meaning, so their embeddings are also close.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7866888" cy="6324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Activity: Human Embeddings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Following word cards: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Dog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Car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Bike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Apple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Mango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Make groups of similar meaning.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90600" y="838200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"Your brain grouped them based on meaning. AI does the same mathematically using embeddings."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Visualizing Embeddings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Show a 2D embedding diagram with clusters.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* Cat is closer to Dog than to Airplane.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* King and Queen are closer than King and Banana.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https://www.adityabawankule.io/tools/embedding-playground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Sentiment Analysis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Sentiment Analysis determines whether text expresses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negative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neutral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opinion.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"This course is amazing." → Positive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"The internet is very slow today." → Negative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"Today is Monday." → Neutral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Activity: Judge the Emotion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Display 10 sentences.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student raises: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👍 Positive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👎 Negative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✋ Neutral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 sentences: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 love ChatGPT.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food was terrible.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phone is okay.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class is interesting.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 am confused.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https://huggingface.co/spaces/nazianafis/Sentiment-Analysis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Named Entity Recognition (NER)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NER identifies important entities in text, such as: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Person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Organization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Location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Money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	Faraz Alam teaches at Buddha Institute of Management in Gorakhpur.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Entities: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Faraz Alam → Person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Buddha Institute of Management → Organization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Gorakhpur → Location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14   Activity: Become the AI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 some sentences, find the entities in following:-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compare with a Hugging Face NER demo.</a:t>
            </a:r>
          </a:p>
          <a:p>
            <a:pPr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https://huggingface.co/spaces/koakande/named_entity_recognition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15  Machine Translation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   Machine Translation automatically converts text from one language to another.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English → Hindi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Hindi → Urdu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English → French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Applications: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Translate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International business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Travel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Education 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8153400" cy="6781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Activity: Translation Challenge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Enter a  English sentence.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Translate using: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Google Translate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ChatGPT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Then translate back to English.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Discuss: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the meaning stay the same?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76200"/>
            <a:ext cx="7866888" cy="6172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Hugging Face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A platform that hosts thousands of AI models, datasets, and interactive demos.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Sections: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Models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Datasets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Spaces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Explain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"Think of Hugging Face as GitHub for AI."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/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Practical Exploration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Divide the class into six groups.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219200"/>
          <a:ext cx="6096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S.No.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Task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Sentiment Analysis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Translation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Named Entity Recognition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Text Summarization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Question Answering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Chatbot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19200" y="4800600"/>
            <a:ext cx="457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 a Hugging Face Space.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Test five examples.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Identify one limitation.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43000" y="1066800"/>
          <a:ext cx="749935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/>
                <a:gridCol w="37496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Company Example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Sentiment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Amazon Reviews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Translation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Google Translate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News &amp; Banking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Chatbots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OpenAI, Microsoft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OCR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Google Lens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Notion AI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90600" y="0"/>
            <a:ext cx="35295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Industry Applications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Challenge</a:t>
            </a:r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  Designs one AI idea using NLP.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Resume Analyzer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Grammar Checker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Email Generator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News Summarizer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Medical Chatbot </a:t>
            </a:r>
          </a:p>
          <a:p>
            <a:pPr lvl="1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Interview Assistant </a:t>
            </a:r>
          </a:p>
          <a:p>
            <a:pPr lvl="1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problem does it solve?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NLP tasks are involved?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AI tools would they use?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386</TotalTime>
  <Words>601</Words>
  <Application>Microsoft Office PowerPoint</Application>
  <PresentationFormat>On-screen Show (4:3)</PresentationFormat>
  <Paragraphs>253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Solstice</vt:lpstr>
      <vt:lpstr>Slide 1</vt:lpstr>
      <vt:lpstr>Slide 2</vt:lpstr>
      <vt:lpstr>Activity:- How does Google Translate understand all these languages?</vt:lpstr>
      <vt:lpstr>Slide 4</vt:lpstr>
      <vt:lpstr>Slide 5</vt:lpstr>
      <vt:lpstr>How NLP Works</vt:lpstr>
      <vt:lpstr> Activity:-                Artificial Intelligence is changing education rapidly. 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26</cp:revision>
  <dcterms:created xsi:type="dcterms:W3CDTF">2006-08-16T00:00:00Z</dcterms:created>
  <dcterms:modified xsi:type="dcterms:W3CDTF">2026-08-09T11:10:17Z</dcterms:modified>
</cp:coreProperties>
</file>